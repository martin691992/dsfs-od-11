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84" r:id="rId5"/>
    <p:sldId id="283" r:id="rId6"/>
  </p:sldIdLst>
  <p:sldSz cx="9144000" cy="5143500" type="screen16x9"/>
  <p:notesSz cx="6858000" cy="9144000"/>
  <p:embeddedFontLs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Inter Medium" panose="02000503000000020004" pitchFamily="2" charset="0"/>
      <p:regular r:id="rId12"/>
      <p:bold r:id="rId13"/>
      <p:italic r:id="rId14"/>
      <p:boldItalic r:id="rId15"/>
    </p:embeddedFont>
    <p:embeddedFont>
      <p:font typeface="Inter SemiBold" panose="02000503000000020004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210F88-27BB-4D5B-8A9C-3F905AA3E084}">
  <a:tblStyle styleId="{CE210F88-27BB-4D5B-8A9C-3F905AA3E0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3b886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c3b88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 (1 min)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6EE1BFF-9E6D-3DB2-8F49-4D10F2E1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>
            <a:extLst>
              <a:ext uri="{FF2B5EF4-FFF2-40B4-BE49-F238E27FC236}">
                <a16:creationId xmlns:a16="http://schemas.microsoft.com/office/drawing/2014/main" id="{F3C8BAB6-71D8-4F99-E5FC-E9B79689A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>
            <a:extLst>
              <a:ext uri="{FF2B5EF4-FFF2-40B4-BE49-F238E27FC236}">
                <a16:creationId xmlns:a16="http://schemas.microsoft.com/office/drawing/2014/main" id="{5900FE0D-1CA8-82C5-1F76-F80023090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090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6478200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Deployment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20900" y="2247025"/>
            <a:ext cx="77022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b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2500" i="1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92702" y="4554375"/>
            <a:ext cx="65223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 idx="4294967295"/>
          </p:nvPr>
        </p:nvSpPr>
        <p:spPr>
          <a:xfrm>
            <a:off x="735252" y="1702749"/>
            <a:ext cx="5620120" cy="2175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 err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GetAround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050" y="1130711"/>
            <a:ext cx="2114450" cy="28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Problème :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4220CC-3BD0-05D5-ABC8-4A547EE3E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479" y="1981822"/>
            <a:ext cx="5354821" cy="19674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9AD556A-6CBF-64BE-AF89-61285308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1460E91-8711-D9D2-447D-DC9A82F2A3E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Problème :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66DDD6A-7955-1F19-7B2A-20FE8A3984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C68EF20-CE8A-FD23-F3AE-EFCB589132F1}"/>
              </a:ext>
            </a:extLst>
          </p:cNvPr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8B742D34-AD88-5A7A-1423-87C4943D81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203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Thanks! </a:t>
            </a:r>
            <a:endParaRPr sz="5600" b="1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</Words>
  <Application>Microsoft Office PowerPoint</Application>
  <PresentationFormat>Affichage à l'écran (16:9)</PresentationFormat>
  <Paragraphs>15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Inter Medium</vt:lpstr>
      <vt:lpstr>Inter</vt:lpstr>
      <vt:lpstr>Arial</vt:lpstr>
      <vt:lpstr>Inter SemiBold</vt:lpstr>
      <vt:lpstr>Simple Light</vt:lpstr>
      <vt:lpstr>Deployment</vt:lpstr>
      <vt:lpstr>GetAround </vt:lpstr>
      <vt:lpstr>Le Problème :</vt:lpstr>
      <vt:lpstr>Le Problème :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BONNARD</dc:creator>
  <cp:lastModifiedBy>Martin BONNARD</cp:lastModifiedBy>
  <cp:revision>3</cp:revision>
  <dcterms:modified xsi:type="dcterms:W3CDTF">2025-11-15T19:05:13Z</dcterms:modified>
</cp:coreProperties>
</file>