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84" r:id="rId5"/>
    <p:sldId id="285" r:id="rId6"/>
    <p:sldId id="286" r:id="rId7"/>
    <p:sldId id="283" r:id="rId8"/>
  </p:sldIdLst>
  <p:sldSz cx="9144000" cy="5143500" type="screen16x9"/>
  <p:notesSz cx="6858000" cy="9144000"/>
  <p:embeddedFontLst>
    <p:embeddedFont>
      <p:font typeface="Inter" panose="02000503000000020004" pitchFamily="2" charset="0"/>
      <p:regular r:id="rId10"/>
      <p:bold r:id="rId11"/>
      <p:italic r:id="rId12"/>
      <p:boldItalic r:id="rId13"/>
    </p:embeddedFont>
    <p:embeddedFont>
      <p:font typeface="Inter Medium" panose="02000503000000020004" pitchFamily="2" charset="0"/>
      <p:regular r:id="rId14"/>
      <p:bold r:id="rId15"/>
      <p:italic r:id="rId16"/>
      <p:boldItalic r:id="rId17"/>
    </p:embeddedFont>
    <p:embeddedFont>
      <p:font typeface="Inter SemiBold" panose="02000503000000020004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210F88-27BB-4D5B-8A9C-3F905AA3E084}">
  <a:tblStyle styleId="{CE210F88-27BB-4D5B-8A9C-3F905AA3E0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3b886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c3b88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 (1 min)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2C61EB2-5B13-AFBD-8EBF-BE71D12C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>
            <a:extLst>
              <a:ext uri="{FF2B5EF4-FFF2-40B4-BE49-F238E27FC236}">
                <a16:creationId xmlns:a16="http://schemas.microsoft.com/office/drawing/2014/main" id="{388AA356-56B7-6F61-C8FE-E5218A75D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>
            <a:extLst>
              <a:ext uri="{FF2B5EF4-FFF2-40B4-BE49-F238E27FC236}">
                <a16:creationId xmlns:a16="http://schemas.microsoft.com/office/drawing/2014/main" id="{98621B4A-2297-4DEA-2CB5-20CD53C70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1435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6D267E6-5416-9970-39FB-7668DB40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>
            <a:extLst>
              <a:ext uri="{FF2B5EF4-FFF2-40B4-BE49-F238E27FC236}">
                <a16:creationId xmlns:a16="http://schemas.microsoft.com/office/drawing/2014/main" id="{E065BEE0-1FA1-C2BA-1667-9E4B4CF25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>
            <a:extLst>
              <a:ext uri="{FF2B5EF4-FFF2-40B4-BE49-F238E27FC236}">
                <a16:creationId xmlns:a16="http://schemas.microsoft.com/office/drawing/2014/main" id="{61F41DA7-3B81-3077-2B23-2E0263F21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04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E2A7C26-B1D2-00E9-6961-E547D621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>
            <a:extLst>
              <a:ext uri="{FF2B5EF4-FFF2-40B4-BE49-F238E27FC236}">
                <a16:creationId xmlns:a16="http://schemas.microsoft.com/office/drawing/2014/main" id="{BB01FF5D-A841-434A-62F0-4F52CCA4C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>
            <a:extLst>
              <a:ext uri="{FF2B5EF4-FFF2-40B4-BE49-F238E27FC236}">
                <a16:creationId xmlns:a16="http://schemas.microsoft.com/office/drawing/2014/main" id="{D1DAA37A-F65E-1B06-7E47-168C16F07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7215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5" y="1710024"/>
            <a:ext cx="6478200" cy="1458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Exploratory Data</a:t>
            </a:r>
            <a:b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20900" y="2247025"/>
            <a:ext cx="77022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b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2500" i="1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92702" y="4554375"/>
            <a:ext cx="65223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i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Marine - Lorédane - Martin - Amaury</a:t>
            </a:r>
            <a:endParaRPr sz="1000" i="1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 idx="4294967295"/>
          </p:nvPr>
        </p:nvSpPr>
        <p:spPr>
          <a:xfrm>
            <a:off x="735252" y="1702749"/>
            <a:ext cx="5620120" cy="2175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EDA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050" y="1130711"/>
            <a:ext cx="2114450" cy="28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Speed Dating Analysis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B5EB70E-6641-9F74-77FD-B70810BE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E00D1DB-4296-2589-FDA1-28DCB04F259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74258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Quel est le moins désirable des attributs ?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E9AC00B-FFD2-AFE5-BD17-E20E49BDA3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2F9C15D-78BA-0535-2D00-FBC68CA0CB4E}"/>
              </a:ext>
            </a:extLst>
          </p:cNvPr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1E486F21-016B-0742-B3A5-4F58C30708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2411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9A67B14-D183-0677-BDCD-12A883A4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5CD9CEE-5D83-915C-54D4-1C737010C3B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399350"/>
            <a:ext cx="7074258" cy="903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Importance de l'attractivité dans le choix vs impact réel ?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9D64E3B-1A0A-33E7-6259-6F9CD7F5C9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2B6595E-AEC8-8822-8F7C-BD5F11C41805}"/>
              </a:ext>
            </a:extLst>
          </p:cNvPr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1F250E9B-1B44-A430-15F5-0ED3EAA1FD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12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34F6B78-C33E-620C-AC47-54426340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F742D16-2EA8-D45E-9D6F-CE4B13F4309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74258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Quel est le moins désirable des attributs ?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26D74C6-13B2-408A-9017-59ED3F8D19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17FFC9F-4DD3-E47A-B5EA-F8D7ED43E0D8}"/>
              </a:ext>
            </a:extLst>
          </p:cNvPr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C7007DB3-FE30-786D-A851-5931DA3D4A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063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Thanks! </a:t>
            </a:r>
            <a:endParaRPr sz="5600" b="1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63</Words>
  <Application>Microsoft Office PowerPoint</Application>
  <PresentationFormat>Affichage à l'écran (16:9)</PresentationFormat>
  <Paragraphs>22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Inter SemiBold</vt:lpstr>
      <vt:lpstr>Inter</vt:lpstr>
      <vt:lpstr>Inter Medium</vt:lpstr>
      <vt:lpstr>Simple Light</vt:lpstr>
      <vt:lpstr>Exploratory Data Analysis</vt:lpstr>
      <vt:lpstr>EDA </vt:lpstr>
      <vt:lpstr>Speed Dating Analysis</vt:lpstr>
      <vt:lpstr>Quel est le moins désirable des attributs ?</vt:lpstr>
      <vt:lpstr>Importance de l'attractivité dans le choix vs impact réel ? </vt:lpstr>
      <vt:lpstr>Quel est le moins désirable des attributs ?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BONNARD</dc:creator>
  <cp:lastModifiedBy>Martin BONNARD</cp:lastModifiedBy>
  <cp:revision>4</cp:revision>
  <dcterms:modified xsi:type="dcterms:W3CDTF">2025-11-14T12:25:51Z</dcterms:modified>
</cp:coreProperties>
</file>